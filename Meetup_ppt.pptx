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4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32E23-0563-4261-973F-8957A208EC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DA37EC-1CA1-4435-8C85-E02E4D28AD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4DAAD1-E93D-4AFD-BB3F-5D3BFCEBC398}"/>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5" name="Footer Placeholder 4">
            <a:extLst>
              <a:ext uri="{FF2B5EF4-FFF2-40B4-BE49-F238E27FC236}">
                <a16:creationId xmlns:a16="http://schemas.microsoft.com/office/drawing/2014/main" id="{DACA6C7A-F593-4BCD-AEF9-115199C892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3874F1-4E9E-4AB4-BCF6-BD7E7CA57731}"/>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1032422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90AC0-D3AD-4873-9BB1-DF223DD053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13B7AC-C6FD-473A-85CD-9B44E71543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EA9F1F-FBDE-4F8B-A531-B9EB1CEBC73A}"/>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5" name="Footer Placeholder 4">
            <a:extLst>
              <a:ext uri="{FF2B5EF4-FFF2-40B4-BE49-F238E27FC236}">
                <a16:creationId xmlns:a16="http://schemas.microsoft.com/office/drawing/2014/main" id="{61FCF16E-9D36-4A31-A53D-DC11C82B01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F03FDF-9688-4402-B209-738B4284355D}"/>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4020800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DED3-8B57-4BB4-8DE2-A690BA2019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C4DBCE-3120-438A-BBD2-5D59F9B6A5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497B23-153B-4113-A1F2-1AB463F2C999}"/>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5" name="Footer Placeholder 4">
            <a:extLst>
              <a:ext uri="{FF2B5EF4-FFF2-40B4-BE49-F238E27FC236}">
                <a16:creationId xmlns:a16="http://schemas.microsoft.com/office/drawing/2014/main" id="{3183E026-5949-4BEF-83F1-A162CAB526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AE5142-0611-4140-99F1-62CDFE280343}"/>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3810891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ED06F-2775-4688-A6C6-6FC94CA170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7B4B8A-5EE4-4823-AE31-6311EAA6B8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9D826D-1E16-4C6C-B5F0-F65C1AC217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4E7797-9308-4DFA-9D2A-C72A0BE291F4}"/>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6" name="Footer Placeholder 5">
            <a:extLst>
              <a:ext uri="{FF2B5EF4-FFF2-40B4-BE49-F238E27FC236}">
                <a16:creationId xmlns:a16="http://schemas.microsoft.com/office/drawing/2014/main" id="{8F38893A-6334-4C13-A27D-42D3C46C47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EDB0CF-AC02-4114-B55B-D9921208DF0C}"/>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362904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04BAC-18E9-4533-B960-4D5072BA14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2B6713-1A7C-42F2-99A9-43B7CA33A2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0AC323-0796-4725-B995-C8F4C714AD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54AC036-2EB4-4534-8128-234E1CCBFF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88AE32-F1DD-4B42-B522-1EC7CA17A9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F1724E-5AD1-4869-AE6B-636CEB36D4C4}"/>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8" name="Footer Placeholder 7">
            <a:extLst>
              <a:ext uri="{FF2B5EF4-FFF2-40B4-BE49-F238E27FC236}">
                <a16:creationId xmlns:a16="http://schemas.microsoft.com/office/drawing/2014/main" id="{C2A72F36-8AF0-4ED0-9634-99E40C5C8F5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958E26-5C4B-4A30-8AAD-E7DE66F21ED9}"/>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2490498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236AA-F3CD-4B23-98E5-117670CF60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FC64A1-9F87-4917-8C9C-313B4DC46C90}"/>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4" name="Footer Placeholder 3">
            <a:extLst>
              <a:ext uri="{FF2B5EF4-FFF2-40B4-BE49-F238E27FC236}">
                <a16:creationId xmlns:a16="http://schemas.microsoft.com/office/drawing/2014/main" id="{AD26D7BA-8F8B-4E51-AFBD-A81C606133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D6DB21-87D5-4364-8A33-C5C631C78302}"/>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3072081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C68CE0-312D-4C51-916D-447393327613}"/>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3" name="Footer Placeholder 2">
            <a:extLst>
              <a:ext uri="{FF2B5EF4-FFF2-40B4-BE49-F238E27FC236}">
                <a16:creationId xmlns:a16="http://schemas.microsoft.com/office/drawing/2014/main" id="{DEF460E2-B813-4047-BCFA-A48118486D5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32BFD41-16C5-459C-96B1-5473AC672A41}"/>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4284244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4D278-9C63-40D6-85C6-160B172AC4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C28802-A963-42B5-A415-59CC36AFCA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C42A43-C2FD-43A2-BD89-32607FE045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A69E9D-6B66-4E2C-8290-93171E498FF6}"/>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6" name="Footer Placeholder 5">
            <a:extLst>
              <a:ext uri="{FF2B5EF4-FFF2-40B4-BE49-F238E27FC236}">
                <a16:creationId xmlns:a16="http://schemas.microsoft.com/office/drawing/2014/main" id="{869C7FC4-2C81-4D6E-8142-9D6AF7D95D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614FCB-71B3-4190-8E9B-1B03CFFD9F88}"/>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1196516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A4DB-4470-4A14-839D-B947D91DB6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488B7C5-447A-4FFE-8EC9-2CEF24D132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4BB6F53-B39F-4524-A746-343BD62E2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5960AB-20C8-4DF4-8FE3-83C442016F05}"/>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6" name="Footer Placeholder 5">
            <a:extLst>
              <a:ext uri="{FF2B5EF4-FFF2-40B4-BE49-F238E27FC236}">
                <a16:creationId xmlns:a16="http://schemas.microsoft.com/office/drawing/2014/main" id="{990E7D39-2245-44F1-9851-73347B493F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7D0AF3-66D0-4628-AC9A-4E992F551B66}"/>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3948539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9384B-472F-43C4-AB82-732AAA0BCFA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F4B87D-B99D-47AA-BA15-D3241E6A50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E6E015-EB7E-4A62-9852-D50922B345F1}"/>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5" name="Footer Placeholder 4">
            <a:extLst>
              <a:ext uri="{FF2B5EF4-FFF2-40B4-BE49-F238E27FC236}">
                <a16:creationId xmlns:a16="http://schemas.microsoft.com/office/drawing/2014/main" id="{00F658EB-B5D4-49B4-A2D7-FF9B894B9E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982D95-379D-49E7-8AAB-D41517C16138}"/>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2061633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CA1BDA-CF6B-4962-837C-719BA935DC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7371AD-BA9C-4CBD-ADB2-D926A364AB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E48EF8-D673-41ED-A295-7FF87A6F1522}"/>
              </a:ext>
            </a:extLst>
          </p:cNvPr>
          <p:cNvSpPr>
            <a:spLocks noGrp="1"/>
          </p:cNvSpPr>
          <p:nvPr>
            <p:ph type="dt" sz="half" idx="10"/>
          </p:nvPr>
        </p:nvSpPr>
        <p:spPr/>
        <p:txBody>
          <a:bodyPr/>
          <a:lstStyle/>
          <a:p>
            <a:fld id="{BBBBDB63-A5C7-4BCF-96D3-AA500BE81C57}" type="datetimeFigureOut">
              <a:rPr lang="en-IN" smtClean="0"/>
              <a:t>30-07-2021</a:t>
            </a:fld>
            <a:endParaRPr lang="en-IN"/>
          </a:p>
        </p:txBody>
      </p:sp>
      <p:sp>
        <p:nvSpPr>
          <p:cNvPr id="5" name="Footer Placeholder 4">
            <a:extLst>
              <a:ext uri="{FF2B5EF4-FFF2-40B4-BE49-F238E27FC236}">
                <a16:creationId xmlns:a16="http://schemas.microsoft.com/office/drawing/2014/main" id="{AC533325-945C-4B7E-A037-7684F1DD3D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F60C6F-1074-4B24-A27C-B7DA6BAB8E0A}"/>
              </a:ext>
            </a:extLst>
          </p:cNvPr>
          <p:cNvSpPr>
            <a:spLocks noGrp="1"/>
          </p:cNvSpPr>
          <p:nvPr>
            <p:ph type="sldNum" sz="quarter" idx="12"/>
          </p:nvPr>
        </p:nvSpPr>
        <p:spPr/>
        <p:txBody>
          <a:bodyPr/>
          <a:lstStyle/>
          <a:p>
            <a:fld id="{52046A16-2BDF-4176-B049-61B497EB8FF9}" type="slidenum">
              <a:rPr lang="en-IN" smtClean="0"/>
              <a:t>‹#›</a:t>
            </a:fld>
            <a:endParaRPr lang="en-IN"/>
          </a:p>
        </p:txBody>
      </p:sp>
    </p:spTree>
    <p:extLst>
      <p:ext uri="{BB962C8B-B14F-4D97-AF65-F5344CB8AC3E}">
        <p14:creationId xmlns:p14="http://schemas.microsoft.com/office/powerpoint/2010/main" val="3784447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6DF395-0746-4903-8379-9C0399A5EF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9CACC7-24C9-49A8-9D9F-ABBBCA8BAC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F3EA1-8238-4347-9290-32B895042C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BBDB63-A5C7-4BCF-96D3-AA500BE81C57}" type="datetimeFigureOut">
              <a:rPr lang="en-IN" smtClean="0"/>
              <a:t>30-07-2021</a:t>
            </a:fld>
            <a:endParaRPr lang="en-IN"/>
          </a:p>
        </p:txBody>
      </p:sp>
      <p:sp>
        <p:nvSpPr>
          <p:cNvPr id="5" name="Footer Placeholder 4">
            <a:extLst>
              <a:ext uri="{FF2B5EF4-FFF2-40B4-BE49-F238E27FC236}">
                <a16:creationId xmlns:a16="http://schemas.microsoft.com/office/drawing/2014/main" id="{CA50A45F-6E15-42AB-A099-E5507AC647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031629C-8EC4-4A86-9CFA-AF7D121547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046A16-2BDF-4176-B049-61B497EB8FF9}" type="slidenum">
              <a:rPr lang="en-IN" smtClean="0"/>
              <a:t>‹#›</a:t>
            </a:fld>
            <a:endParaRPr lang="en-IN"/>
          </a:p>
        </p:txBody>
      </p:sp>
    </p:spTree>
    <p:extLst>
      <p:ext uri="{BB962C8B-B14F-4D97-AF65-F5344CB8AC3E}">
        <p14:creationId xmlns:p14="http://schemas.microsoft.com/office/powerpoint/2010/main" val="2906443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nference room table">
            <a:extLst>
              <a:ext uri="{FF2B5EF4-FFF2-40B4-BE49-F238E27FC236}">
                <a16:creationId xmlns:a16="http://schemas.microsoft.com/office/drawing/2014/main" id="{65A62246-C546-4E4E-B2B7-7879D2091431}"/>
              </a:ext>
            </a:extLst>
          </p:cNvPr>
          <p:cNvPicPr>
            <a:picLocks noChangeAspect="1"/>
          </p:cNvPicPr>
          <p:nvPr/>
        </p:nvPicPr>
        <p:blipFill rotWithShape="1">
          <a:blip r:embed="rId2"/>
          <a:srcRect t="10792" r="-1" b="564"/>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C2C0CC-4CB9-41B9-9FF3-3F2D45DA45BE}"/>
              </a:ext>
            </a:extLst>
          </p:cNvPr>
          <p:cNvSpPr>
            <a:spLocks noGrp="1"/>
          </p:cNvSpPr>
          <p:nvPr>
            <p:ph type="ctrTitle"/>
          </p:nvPr>
        </p:nvSpPr>
        <p:spPr>
          <a:xfrm>
            <a:off x="477981" y="1122363"/>
            <a:ext cx="4023360" cy="3204134"/>
          </a:xfrm>
        </p:spPr>
        <p:txBody>
          <a:bodyPr anchor="b">
            <a:normAutofit/>
          </a:bodyPr>
          <a:lstStyle/>
          <a:p>
            <a:pPr algn="l"/>
            <a:r>
              <a:rPr lang="en-IN" sz="4800"/>
              <a:t>MEET UP</a:t>
            </a:r>
          </a:p>
        </p:txBody>
      </p:sp>
      <p:sp>
        <p:nvSpPr>
          <p:cNvPr id="3" name="Subtitle 2">
            <a:extLst>
              <a:ext uri="{FF2B5EF4-FFF2-40B4-BE49-F238E27FC236}">
                <a16:creationId xmlns:a16="http://schemas.microsoft.com/office/drawing/2014/main" id="{F7312FE8-6C11-47D9-8D3E-B2A5745CF1DA}"/>
              </a:ext>
            </a:extLst>
          </p:cNvPr>
          <p:cNvSpPr>
            <a:spLocks noGrp="1"/>
          </p:cNvSpPr>
          <p:nvPr>
            <p:ph type="subTitle" idx="1"/>
          </p:nvPr>
        </p:nvSpPr>
        <p:spPr>
          <a:xfrm>
            <a:off x="477980" y="4872922"/>
            <a:ext cx="4023359" cy="1208141"/>
          </a:xfrm>
        </p:spPr>
        <p:txBody>
          <a:bodyPr>
            <a:normAutofit/>
          </a:bodyPr>
          <a:lstStyle/>
          <a:p>
            <a:pPr algn="l"/>
            <a:r>
              <a:rPr lang="en-IN" sz="2000" dirty="0"/>
              <a:t>Submitted by</a:t>
            </a:r>
          </a:p>
          <a:p>
            <a:pPr algn="l"/>
            <a:r>
              <a:rPr lang="en-IN" sz="2000" dirty="0"/>
              <a:t> PUSHPAK GANAGONI</a:t>
            </a:r>
          </a:p>
          <a:p>
            <a:pPr algn="l"/>
            <a:endParaRPr lang="en-IN" sz="2000" dirty="0"/>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80130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400"/>
                                        <p:tgtEl>
                                          <p:spTgt spid="3">
                                            <p:txEl>
                                              <p:pRg st="1" end="1"/>
                                            </p:txEl>
                                          </p:spTgt>
                                        </p:tgtEl>
                                      </p:cBhvr>
                                    </p:animEffect>
                                  </p:childTnLst>
                                </p:cTn>
                              </p:par>
                              <p:par>
                                <p:cTn id="11" presetID="10" presetClass="entr" presetSubtype="0" fill="hold" grpId="0" nodeType="withEffect">
                                  <p:stCondLst>
                                    <p:cond delay="1000"/>
                                  </p:stCondLst>
                                  <p:iterate type="lt">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9E9B4971-5372-49A9-9E08-C8575D63CA89}"/>
              </a:ext>
            </a:extLst>
          </p:cNvPr>
          <p:cNvSpPr>
            <a:spLocks noGrp="1"/>
          </p:cNvSpPr>
          <p:nvPr>
            <p:ph type="title"/>
          </p:nvPr>
        </p:nvSpPr>
        <p:spPr>
          <a:xfrm>
            <a:off x="1295400" y="669925"/>
            <a:ext cx="4800600" cy="1325563"/>
          </a:xfrm>
        </p:spPr>
        <p:txBody>
          <a:bodyPr anchor="b">
            <a:normAutofit/>
          </a:bodyPr>
          <a:lstStyle/>
          <a:p>
            <a:r>
              <a:rPr lang="en-IN">
                <a:solidFill>
                  <a:schemeClr val="bg1"/>
                </a:solidFill>
              </a:rPr>
              <a:t>TABLE OF CONTENTS</a:t>
            </a:r>
          </a:p>
        </p:txBody>
      </p:sp>
      <p:cxnSp>
        <p:nvCxnSpPr>
          <p:cNvPr id="22" name="Straight Connector 2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8CDD5FC-0CF7-4E1A-8201-A2CCB777257A}"/>
              </a:ext>
            </a:extLst>
          </p:cNvPr>
          <p:cNvSpPr>
            <a:spLocks noGrp="1"/>
          </p:cNvSpPr>
          <p:nvPr>
            <p:ph idx="1"/>
          </p:nvPr>
        </p:nvSpPr>
        <p:spPr>
          <a:xfrm>
            <a:off x="1295400" y="2288833"/>
            <a:ext cx="4800600" cy="3711571"/>
          </a:xfrm>
        </p:spPr>
        <p:txBody>
          <a:bodyPr>
            <a:normAutofit/>
          </a:bodyPr>
          <a:lstStyle/>
          <a:p>
            <a:r>
              <a:rPr lang="en-IN" sz="2000">
                <a:solidFill>
                  <a:schemeClr val="bg1"/>
                </a:solidFill>
              </a:rPr>
              <a:t>Abstract</a:t>
            </a:r>
          </a:p>
          <a:p>
            <a:r>
              <a:rPr lang="en-IN" sz="2000">
                <a:solidFill>
                  <a:schemeClr val="bg1"/>
                </a:solidFill>
              </a:rPr>
              <a:t>Introduction</a:t>
            </a:r>
          </a:p>
          <a:p>
            <a:r>
              <a:rPr lang="en-IN" sz="2000">
                <a:solidFill>
                  <a:schemeClr val="bg1"/>
                </a:solidFill>
              </a:rPr>
              <a:t>Technologies used</a:t>
            </a:r>
          </a:p>
          <a:p>
            <a:r>
              <a:rPr lang="en-IN" sz="2000">
                <a:solidFill>
                  <a:schemeClr val="bg1"/>
                </a:solidFill>
              </a:rPr>
              <a:t>Flowchart</a:t>
            </a:r>
          </a:p>
          <a:p>
            <a:r>
              <a:rPr lang="en-IN" sz="2000">
                <a:solidFill>
                  <a:schemeClr val="bg1"/>
                </a:solidFill>
              </a:rPr>
              <a:t>Conclusion</a:t>
            </a:r>
          </a:p>
          <a:p>
            <a:endParaRPr lang="en-IN" sz="2000">
              <a:solidFill>
                <a:schemeClr val="bg1"/>
              </a:solidFill>
            </a:endParaRPr>
          </a:p>
        </p:txBody>
      </p:sp>
      <p:pic>
        <p:nvPicPr>
          <p:cNvPr id="5" name="Picture 4" descr="Stack of magazines on table">
            <a:extLst>
              <a:ext uri="{FF2B5EF4-FFF2-40B4-BE49-F238E27FC236}">
                <a16:creationId xmlns:a16="http://schemas.microsoft.com/office/drawing/2014/main" id="{42C89164-4F73-400E-805A-A5681B69471A}"/>
              </a:ext>
            </a:extLst>
          </p:cNvPr>
          <p:cNvPicPr>
            <a:picLocks noChangeAspect="1"/>
          </p:cNvPicPr>
          <p:nvPr/>
        </p:nvPicPr>
        <p:blipFill rotWithShape="1">
          <a:blip r:embed="rId2"/>
          <a:srcRect l="11567" r="4050" b="-1"/>
          <a:stretch/>
        </p:blipFill>
        <p:spPr>
          <a:xfrm>
            <a:off x="7629727" y="1624519"/>
            <a:ext cx="4562263" cy="3608949"/>
          </a:xfrm>
          <a:prstGeom prst="rect">
            <a:avLst/>
          </a:prstGeom>
        </p:spPr>
      </p:pic>
      <p:cxnSp>
        <p:nvCxnSpPr>
          <p:cNvPr id="24" name="Straight Connector 23">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2905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090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C65E84BB-F91E-40B2-B1FD-D256BA09A7BB}"/>
              </a:ext>
            </a:extLst>
          </p:cNvPr>
          <p:cNvSpPr>
            <a:spLocks noGrp="1"/>
          </p:cNvSpPr>
          <p:nvPr>
            <p:ph type="title"/>
          </p:nvPr>
        </p:nvSpPr>
        <p:spPr>
          <a:xfrm>
            <a:off x="838200" y="669925"/>
            <a:ext cx="4508946" cy="1325563"/>
          </a:xfrm>
        </p:spPr>
        <p:txBody>
          <a:bodyPr anchor="b">
            <a:normAutofit/>
          </a:bodyPr>
          <a:lstStyle/>
          <a:p>
            <a:pPr algn="r"/>
            <a:r>
              <a:rPr lang="en-IN">
                <a:solidFill>
                  <a:schemeClr val="bg1"/>
                </a:solidFill>
              </a:rPr>
              <a:t>ABSTRACT</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33270E1-23E0-433C-86B2-3D814952FC5A}"/>
              </a:ext>
            </a:extLst>
          </p:cNvPr>
          <p:cNvSpPr>
            <a:spLocks noGrp="1"/>
          </p:cNvSpPr>
          <p:nvPr>
            <p:ph idx="1"/>
          </p:nvPr>
        </p:nvSpPr>
        <p:spPr>
          <a:xfrm>
            <a:off x="1392667" y="2398957"/>
            <a:ext cx="9406666" cy="3526144"/>
          </a:xfrm>
        </p:spPr>
        <p:txBody>
          <a:bodyPr>
            <a:normAutofit/>
          </a:bodyPr>
          <a:lstStyle/>
          <a:p>
            <a:r>
              <a:rPr lang="en-US" sz="2000" dirty="0">
                <a:solidFill>
                  <a:schemeClr val="bg1"/>
                </a:solidFill>
              </a:rPr>
              <a:t> Chat application is a feature or a program on the Internet to communicate directly among Internet users who are using the internet. Chat applications allow users to communicate even though from a great distance. Therefore, this chat application must be real-time and multi platform to be used by many users. In this chat application we can Select the Interest from the menu and find the person with the common interests and send him Hello. We can get so much information about our interests .The Technologies used to build this application are HTML, CSS , JS with Django  framework and PostgreSQL database.</a:t>
            </a:r>
            <a:endParaRPr lang="en-IN" sz="20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2576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F8E18153-6B7A-4C91-B4B6-23831CF4F555}"/>
              </a:ext>
            </a:extLst>
          </p:cNvPr>
          <p:cNvSpPr>
            <a:spLocks noGrp="1"/>
          </p:cNvSpPr>
          <p:nvPr>
            <p:ph type="title"/>
          </p:nvPr>
        </p:nvSpPr>
        <p:spPr>
          <a:xfrm>
            <a:off x="838200" y="669925"/>
            <a:ext cx="4508946" cy="1325563"/>
          </a:xfrm>
        </p:spPr>
        <p:txBody>
          <a:bodyPr anchor="b">
            <a:normAutofit/>
          </a:bodyPr>
          <a:lstStyle/>
          <a:p>
            <a:pPr algn="r"/>
            <a:r>
              <a:rPr lang="en-IN" dirty="0">
                <a:solidFill>
                  <a:schemeClr val="bg1"/>
                </a:solidFill>
              </a:rPr>
              <a:t>INTRODUCTION</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82CFC0-56A2-4C86-B2AB-FCF0F0126CA7}"/>
              </a:ext>
            </a:extLst>
          </p:cNvPr>
          <p:cNvSpPr>
            <a:spLocks noGrp="1"/>
          </p:cNvSpPr>
          <p:nvPr>
            <p:ph idx="1"/>
          </p:nvPr>
        </p:nvSpPr>
        <p:spPr>
          <a:xfrm>
            <a:off x="1392667" y="2398957"/>
            <a:ext cx="9406666" cy="3526144"/>
          </a:xfrm>
        </p:spPr>
        <p:txBody>
          <a:bodyPr>
            <a:normAutofit/>
          </a:bodyPr>
          <a:lstStyle/>
          <a:p>
            <a:r>
              <a:rPr lang="en-US" sz="1700" dirty="0">
                <a:solidFill>
                  <a:schemeClr val="bg1"/>
                </a:solidFill>
              </a:rPr>
              <a:t>Communication is a mean for people to exchange messages. It has started since the beginning of human creation. Distant communication began as early as 1800 century with the introduction of television, telegraph and then telephony. Interestingly  enough, telephone communication stands out as the fastest growing technology, from fixed line to mobile wireless, from voice call to data transfer. The emergence of computer network and telecommunication technologies bears the same objective that is to allow people to communicate . All this while, much efforts has been drawn towards consolidating the device into one and therefore indiscriminate the services. Chatting is a method of using technology to bring people and ideas together despite of the geographical barriers. The technology has been available for years but the acceptance it was quite recent. Our project is an example of a chat server. It is an App based on the common interests. We can Select the Interest from the menu and find the person with the common interests and we can get so much information about our interests.</a:t>
            </a:r>
            <a:endParaRPr lang="en-IN" sz="17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6174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062E26B2-75A8-4FCD-9FB8-52E9DC777FC5}"/>
              </a:ext>
            </a:extLst>
          </p:cNvPr>
          <p:cNvSpPr>
            <a:spLocks noGrp="1"/>
          </p:cNvSpPr>
          <p:nvPr>
            <p:ph type="title"/>
          </p:nvPr>
        </p:nvSpPr>
        <p:spPr>
          <a:xfrm>
            <a:off x="838200" y="669925"/>
            <a:ext cx="4508946" cy="1325563"/>
          </a:xfrm>
        </p:spPr>
        <p:txBody>
          <a:bodyPr anchor="b">
            <a:normAutofit/>
          </a:bodyPr>
          <a:lstStyle/>
          <a:p>
            <a:pPr algn="r"/>
            <a:r>
              <a:rPr lang="en-IN" sz="2800" b="1">
                <a:solidFill>
                  <a:schemeClr val="bg1"/>
                </a:solidFill>
                <a:effectLst/>
                <a:latin typeface="Arial" panose="020B0604020202020204" pitchFamily="34" charset="0"/>
                <a:ea typeface="Calibri" panose="020F0502020204030204" pitchFamily="34" charset="0"/>
                <a:cs typeface="Times New Roman" panose="02020603050405020304" pitchFamily="18" charset="0"/>
              </a:rPr>
              <a:t>TECHNOLOGIES USED</a:t>
            </a:r>
            <a:br>
              <a:rPr lang="en-IN" sz="28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en-IN" sz="2800">
              <a:solidFill>
                <a:schemeClr val="bg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38A6D34-839C-4F4A-81A5-86A24322CF56}"/>
              </a:ext>
            </a:extLst>
          </p:cNvPr>
          <p:cNvSpPr>
            <a:spLocks noGrp="1"/>
          </p:cNvSpPr>
          <p:nvPr>
            <p:ph idx="1"/>
          </p:nvPr>
        </p:nvSpPr>
        <p:spPr>
          <a:xfrm>
            <a:off x="1392667" y="2398957"/>
            <a:ext cx="9406666" cy="3526144"/>
          </a:xfrm>
        </p:spPr>
        <p:txBody>
          <a:bodyPr>
            <a:normAutofit/>
          </a:bodyPr>
          <a:lstStyle/>
          <a:p>
            <a:pPr>
              <a:spcAft>
                <a:spcPts val="800"/>
              </a:spcAft>
            </a:pPr>
            <a:r>
              <a:rPr lang="en-IN" sz="2000" b="1" dirty="0">
                <a:solidFill>
                  <a:schemeClr val="bg1"/>
                </a:solidFill>
                <a:latin typeface="Arial" panose="020B0604020202020204" pitchFamily="34" charset="0"/>
                <a:ea typeface="Calibri" panose="020F0502020204030204" pitchFamily="34" charset="0"/>
                <a:cs typeface="Times New Roman" panose="02020603050405020304" pitchFamily="18" charset="0"/>
              </a:rPr>
              <a:t>HTML</a:t>
            </a:r>
          </a:p>
          <a:p>
            <a:pPr>
              <a:spcAft>
                <a:spcPts val="800"/>
              </a:spcAft>
            </a:pPr>
            <a:r>
              <a:rPr lang="en-IN" sz="2000" b="1"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CSS</a:t>
            </a:r>
          </a:p>
          <a:p>
            <a:pPr>
              <a:spcAft>
                <a:spcPts val="800"/>
              </a:spcAft>
            </a:pPr>
            <a:r>
              <a:rPr lang="en-IN" sz="2000" b="1" dirty="0">
                <a:solidFill>
                  <a:schemeClr val="bg1"/>
                </a:solidFill>
                <a:latin typeface="Arial" panose="020B0604020202020204" pitchFamily="34" charset="0"/>
                <a:ea typeface="Calibri" panose="020F0502020204030204" pitchFamily="34" charset="0"/>
                <a:cs typeface="Times New Roman" panose="02020603050405020304" pitchFamily="18" charset="0"/>
              </a:rPr>
              <a:t>JS</a:t>
            </a:r>
          </a:p>
          <a:p>
            <a:pPr>
              <a:spcAft>
                <a:spcPts val="800"/>
              </a:spcAft>
            </a:pPr>
            <a:r>
              <a:rPr lang="en-IN" sz="2000" b="1"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DJANGO </a:t>
            </a:r>
          </a:p>
          <a:p>
            <a:pPr>
              <a:spcAft>
                <a:spcPts val="800"/>
              </a:spcAft>
            </a:pPr>
            <a:r>
              <a:rPr lang="en-IN" sz="2000" b="1" dirty="0">
                <a:solidFill>
                  <a:schemeClr val="bg1"/>
                </a:solidFill>
                <a:latin typeface="Arial" panose="020B0604020202020204" pitchFamily="34" charset="0"/>
                <a:ea typeface="Calibri" panose="020F0502020204030204" pitchFamily="34" charset="0"/>
                <a:cs typeface="Times New Roman" panose="02020603050405020304" pitchFamily="18" charset="0"/>
              </a:rPr>
              <a:t>POSTGRESQL</a:t>
            </a:r>
            <a:endParaRPr lang="en-IN"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endParaRPr lang="en-IN"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5853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150E7468-8A94-4AAC-847C-0FC7C2BE5546}"/>
              </a:ext>
            </a:extLst>
          </p:cNvPr>
          <p:cNvSpPr>
            <a:spLocks noGrp="1"/>
          </p:cNvSpPr>
          <p:nvPr>
            <p:ph type="title"/>
          </p:nvPr>
        </p:nvSpPr>
        <p:spPr>
          <a:xfrm>
            <a:off x="1295400" y="669925"/>
            <a:ext cx="4800600" cy="1325563"/>
          </a:xfrm>
        </p:spPr>
        <p:txBody>
          <a:bodyPr vert="horz" lIns="91440" tIns="45720" rIns="91440" bIns="45720" rtlCol="0" anchor="b">
            <a:normAutofit/>
          </a:bodyPr>
          <a:lstStyle/>
          <a:p>
            <a:r>
              <a:rPr lang="en-US" kern="1200">
                <a:solidFill>
                  <a:schemeClr val="bg1"/>
                </a:solidFill>
                <a:latin typeface="+mj-lt"/>
                <a:ea typeface="+mj-ea"/>
                <a:cs typeface="+mj-cs"/>
              </a:rPr>
              <a:t>FLOW CHART</a:t>
            </a:r>
          </a:p>
        </p:txBody>
      </p:sp>
      <p:cxnSp>
        <p:nvCxnSpPr>
          <p:cNvPr id="23" name="Straight Connector 22">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Content Placeholder 17">
            <a:extLst>
              <a:ext uri="{FF2B5EF4-FFF2-40B4-BE49-F238E27FC236}">
                <a16:creationId xmlns:a16="http://schemas.microsoft.com/office/drawing/2014/main" id="{6205523B-24D3-4730-BE20-4800DA644404}"/>
              </a:ext>
            </a:extLst>
          </p:cNvPr>
          <p:cNvSpPr>
            <a:spLocks noGrp="1"/>
          </p:cNvSpPr>
          <p:nvPr>
            <p:ph idx="1"/>
          </p:nvPr>
        </p:nvSpPr>
        <p:spPr>
          <a:xfrm>
            <a:off x="1295400" y="2288833"/>
            <a:ext cx="4800600" cy="3711571"/>
          </a:xfrm>
        </p:spPr>
        <p:txBody>
          <a:bodyPr>
            <a:normAutofit/>
          </a:bodyPr>
          <a:lstStyle/>
          <a:p>
            <a:endParaRPr lang="en-US" sz="2000">
              <a:solidFill>
                <a:schemeClr val="bg1"/>
              </a:solidFill>
            </a:endParaRPr>
          </a:p>
        </p:txBody>
      </p:sp>
      <p:pic>
        <p:nvPicPr>
          <p:cNvPr id="9" name="Content Placeholder 8" descr="Diagram&#10;&#10;Description automatically generated">
            <a:extLst>
              <a:ext uri="{FF2B5EF4-FFF2-40B4-BE49-F238E27FC236}">
                <a16:creationId xmlns:a16="http://schemas.microsoft.com/office/drawing/2014/main" id="{88C03381-DDAA-46E3-97A7-0F52A324A5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0"/>
            <a:ext cx="5275853" cy="6858000"/>
          </a:xfrm>
          <a:prstGeom prst="rect">
            <a:avLst/>
          </a:prstGeom>
        </p:spPr>
      </p:pic>
      <p:cxnSp>
        <p:nvCxnSpPr>
          <p:cNvPr id="25" name="Straight Connector 24">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2905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90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A2822975-EBDF-4D2F-B789-6ACB6C26643F}"/>
              </a:ext>
            </a:extLst>
          </p:cNvPr>
          <p:cNvSpPr>
            <a:spLocks noGrp="1"/>
          </p:cNvSpPr>
          <p:nvPr>
            <p:ph type="title"/>
          </p:nvPr>
        </p:nvSpPr>
        <p:spPr>
          <a:xfrm>
            <a:off x="838200" y="669925"/>
            <a:ext cx="4508946" cy="1325563"/>
          </a:xfrm>
        </p:spPr>
        <p:txBody>
          <a:bodyPr anchor="b">
            <a:normAutofit/>
          </a:bodyPr>
          <a:lstStyle/>
          <a:p>
            <a:pPr algn="r"/>
            <a:r>
              <a:rPr lang="en-IN">
                <a:solidFill>
                  <a:schemeClr val="bg1"/>
                </a:solidFill>
              </a:rPr>
              <a:t>CONCLUSION</a:t>
            </a:r>
          </a:p>
        </p:txBody>
      </p:sp>
      <p:cxnSp>
        <p:nvCxnSpPr>
          <p:cNvPr id="19" name="Straight Connector 18">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F9C4AAD-A470-4D64-96EF-0D88A4DCA2AB}"/>
              </a:ext>
            </a:extLst>
          </p:cNvPr>
          <p:cNvSpPr>
            <a:spLocks noGrp="1"/>
          </p:cNvSpPr>
          <p:nvPr>
            <p:ph idx="1"/>
          </p:nvPr>
        </p:nvSpPr>
        <p:spPr>
          <a:xfrm>
            <a:off x="1392667" y="2398957"/>
            <a:ext cx="9406666" cy="3526144"/>
          </a:xfrm>
        </p:spPr>
        <p:txBody>
          <a:bodyPr>
            <a:normAutofit/>
          </a:bodyPr>
          <a:lstStyle/>
          <a:p>
            <a:pPr>
              <a:lnSpc>
                <a:spcPct val="107000"/>
              </a:lnSpc>
              <a:spcAft>
                <a:spcPts val="800"/>
              </a:spcAft>
            </a:pPr>
            <a:r>
              <a:rPr lang="en-I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 main objective of the project is to develop a  Chat Application. I had taken a wide range of literature review in order to achieve all the tasks, where I came to know about some of the products that are existing in the market. I made a detailed research in that path to cover the loop holes that existing systems are facing and to eradicate them in our application</a:t>
            </a:r>
            <a:r>
              <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Meetup is a web based Application which helps users to chat with different people based on their interests.</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solidFill>
                <a:schemeClr val="bg1"/>
              </a:solidFill>
            </a:endParaRPr>
          </a:p>
        </p:txBody>
      </p:sp>
      <p:sp>
        <p:nvSpPr>
          <p:cNvPr id="21" name="Rectangle 20">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2446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on clear background">
            <a:extLst>
              <a:ext uri="{FF2B5EF4-FFF2-40B4-BE49-F238E27FC236}">
                <a16:creationId xmlns:a16="http://schemas.microsoft.com/office/drawing/2014/main" id="{9558307F-2ECB-4CE5-BC86-F7E0DEE493E0}"/>
              </a:ext>
            </a:extLst>
          </p:cNvPr>
          <p:cNvPicPr>
            <a:picLocks noChangeAspect="1"/>
          </p:cNvPicPr>
          <p:nvPr/>
        </p:nvPicPr>
        <p:blipFill rotWithShape="1">
          <a:blip r:embed="rId2"/>
          <a:srcRect l="12799" r="10500" b="9091"/>
          <a:stretch/>
        </p:blipFill>
        <p:spPr>
          <a:xfrm>
            <a:off x="3523488" y="10"/>
            <a:ext cx="8668512" cy="6857990"/>
          </a:xfrm>
          <a:prstGeom prst="rect">
            <a:avLst/>
          </a:prstGeom>
        </p:spPr>
      </p:pic>
      <p:sp>
        <p:nvSpPr>
          <p:cNvPr id="16" name="Rectangle 15">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94CB7D-860B-4B4C-866F-655B04AA518D}"/>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THANK YOU</a:t>
            </a:r>
            <a:br>
              <a:rPr lang="en-US" sz="4800"/>
            </a:br>
            <a:endParaRPr lang="en-US" sz="4800"/>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0235896"/>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TotalTime>
  <Words>422</Words>
  <Application>Microsoft Office PowerPoint</Application>
  <PresentationFormat>Widescreen</PresentationFormat>
  <Paragraphs>24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MEET UP</vt:lpstr>
      <vt:lpstr>TABLE OF CONTENTS</vt:lpstr>
      <vt:lpstr>ABSTRACT</vt:lpstr>
      <vt:lpstr>INTRODUCTION</vt:lpstr>
      <vt:lpstr>TECHNOLOGIES USED </vt:lpstr>
      <vt:lpstr>FLOW CHART</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 UP</dc:title>
  <dc:creator>Pushpak Ganagoni</dc:creator>
  <cp:lastModifiedBy>Pushpak Ganagoni</cp:lastModifiedBy>
  <cp:revision>1</cp:revision>
  <dcterms:created xsi:type="dcterms:W3CDTF">2021-07-30T07:22:49Z</dcterms:created>
  <dcterms:modified xsi:type="dcterms:W3CDTF">2021-07-30T11:08:20Z</dcterms:modified>
</cp:coreProperties>
</file>